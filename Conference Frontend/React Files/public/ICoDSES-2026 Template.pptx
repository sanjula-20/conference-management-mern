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822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40000" t="30000" r="40000" b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877"/>
            <a:ext cx="8229600" cy="85725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International Conference on Deep Tech and Sustainable Engineering Solutions</a:t>
            </a:r>
            <a:endParaRPr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81131"/>
            <a:ext cx="8229600" cy="1513492"/>
          </a:xfrm>
        </p:spPr>
        <p:txBody>
          <a:bodyPr>
            <a:normAutofit/>
          </a:bodyPr>
          <a:lstStyle/>
          <a:p>
            <a:r>
              <a:rPr sz="2400" dirty="0" smtClean="0"/>
              <a:t>Author </a:t>
            </a:r>
            <a:r>
              <a:rPr sz="2400" dirty="0"/>
              <a:t>Name</a:t>
            </a:r>
          </a:p>
          <a:p>
            <a:r>
              <a:rPr sz="2400" dirty="0" smtClean="0"/>
              <a:t>Affiliation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3618695" y="1073367"/>
            <a:ext cx="1944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ICoDSES-2026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Background</a:t>
            </a:r>
            <a:endParaRPr sz="2800" dirty="0"/>
          </a:p>
          <a:p>
            <a:r>
              <a:rPr sz="2800" dirty="0" smtClean="0"/>
              <a:t>Problem </a:t>
            </a:r>
            <a:r>
              <a:rPr sz="2800" dirty="0"/>
              <a:t>Statement</a:t>
            </a:r>
          </a:p>
          <a:p>
            <a:r>
              <a:rPr sz="2800" dirty="0" smtClean="0"/>
              <a:t>Motivation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Key </a:t>
            </a:r>
            <a:r>
              <a:rPr sz="2800" dirty="0"/>
              <a:t>Previous Studies</a:t>
            </a:r>
          </a:p>
          <a:p>
            <a:r>
              <a:rPr sz="2800" dirty="0" smtClean="0"/>
              <a:t>Research </a:t>
            </a:r>
            <a:r>
              <a:rPr sz="2800" dirty="0"/>
              <a:t>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Main </a:t>
            </a:r>
            <a:r>
              <a:rPr sz="2800" dirty="0"/>
              <a:t>Objective</a:t>
            </a:r>
          </a:p>
          <a:p>
            <a:r>
              <a:rPr sz="2800" dirty="0" smtClean="0"/>
              <a:t>Specific </a:t>
            </a:r>
            <a:r>
              <a:rPr sz="2800" dirty="0"/>
              <a:t>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Data/Materials</a:t>
            </a:r>
            <a:endParaRPr sz="2800" dirty="0"/>
          </a:p>
          <a:p>
            <a:r>
              <a:rPr sz="2800" dirty="0" smtClean="0"/>
              <a:t>Methods/Approach</a:t>
            </a:r>
            <a:endParaRPr sz="2800" dirty="0"/>
          </a:p>
          <a:p>
            <a:r>
              <a:rPr sz="2800" dirty="0" smtClean="0"/>
              <a:t>Tools </a:t>
            </a:r>
            <a:r>
              <a:rPr sz="2800" dirty="0"/>
              <a:t>or Models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/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Diagram </a:t>
            </a:r>
            <a:r>
              <a:rPr sz="2800" dirty="0"/>
              <a:t>Placeholder</a:t>
            </a:r>
          </a:p>
          <a:p>
            <a:r>
              <a:rPr sz="2800" dirty="0" smtClean="0"/>
              <a:t>Explanation </a:t>
            </a:r>
            <a:r>
              <a:rPr sz="2800" dirty="0"/>
              <a:t>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Key </a:t>
            </a:r>
            <a:r>
              <a:rPr sz="2800" dirty="0"/>
              <a:t>Findings</a:t>
            </a:r>
          </a:p>
          <a:p>
            <a:r>
              <a:rPr sz="2800" dirty="0" smtClean="0"/>
              <a:t>Tables </a:t>
            </a:r>
            <a:r>
              <a:rPr sz="2800" dirty="0"/>
              <a:t>/ Graphs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Interpretation </a:t>
            </a:r>
            <a:r>
              <a:rPr sz="2800" dirty="0"/>
              <a:t>of Results</a:t>
            </a:r>
          </a:p>
          <a:p>
            <a:r>
              <a:rPr sz="2800" dirty="0" smtClean="0"/>
              <a:t>Comparison </a:t>
            </a:r>
            <a:r>
              <a:rPr sz="2800" dirty="0"/>
              <a:t>with Existing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Summary </a:t>
            </a:r>
            <a:r>
              <a:rPr sz="2800" dirty="0"/>
              <a:t>of Work</a:t>
            </a:r>
          </a:p>
          <a:p>
            <a:r>
              <a:rPr sz="2800" dirty="0" smtClean="0"/>
              <a:t>Main </a:t>
            </a:r>
            <a:r>
              <a:rPr sz="2800" dirty="0"/>
              <a:t>Contributions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&amp; 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Future </a:t>
            </a:r>
            <a:r>
              <a:rPr sz="2800" dirty="0"/>
              <a:t>Scope</a:t>
            </a:r>
          </a:p>
          <a:p>
            <a:r>
              <a:rPr sz="2800" dirty="0" smtClean="0"/>
              <a:t>Acknowledgments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</Words>
  <Application>Microsoft Office PowerPoint</Application>
  <PresentationFormat>On-screen Show (16:9)</PresentationFormat>
  <Paragraphs>33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International Conference on Deep Tech and Sustainable Engineering Solutions</vt:lpstr>
      <vt:lpstr>Introduction</vt:lpstr>
      <vt:lpstr>Literature Review</vt:lpstr>
      <vt:lpstr>Objectives</vt:lpstr>
      <vt:lpstr>Methodology</vt:lpstr>
      <vt:lpstr>System / Model Architecture</vt:lpstr>
      <vt:lpstr>Results</vt:lpstr>
      <vt:lpstr>Discussion</vt:lpstr>
      <vt:lpstr>Conclusion</vt:lpstr>
      <vt:lpstr>Future Work &amp; Acknowledgment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Conference on Deep Tech and Sustainable Engineering Solutions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2026-03-16T19:43:36Z</dcterms:modified>
  <cp:category/>
</cp:coreProperties>
</file>